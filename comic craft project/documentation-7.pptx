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C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98494" y="1407553"/>
            <a:ext cx="8596313" cy="38814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3333CC"/>
                </a:solidFill>
                <a:latin typeface="Arial Rounded MT Bold" panose="020F0704030504030204" pitchFamily="34" charset="0"/>
              </a:rPr>
              <a:t>COMIC </a:t>
            </a:r>
            <a:r>
              <a:rPr lang="en-US" sz="3600" dirty="0" smtClean="0">
                <a:solidFill>
                  <a:srgbClr val="3333CC"/>
                </a:solidFill>
                <a:latin typeface="Arial Rounded MT Bold" panose="020F0704030504030204" pitchFamily="34" charset="0"/>
              </a:rPr>
              <a:t>CRAFT</a:t>
            </a:r>
          </a:p>
          <a:p>
            <a:pPr marL="0" indent="0" algn="ctr">
              <a:buNone/>
            </a:pPr>
            <a:r>
              <a:rPr lang="en-US" sz="3600" dirty="0" smtClean="0">
                <a:solidFill>
                  <a:srgbClr val="3333CC"/>
                </a:solidFill>
                <a:latin typeface="Arial Rounded MT Bold" panose="020F0704030504030204" pitchFamily="34" charset="0"/>
              </a:rPr>
              <a:t>AI </a:t>
            </a:r>
            <a:r>
              <a:rPr lang="en-US" sz="3600" dirty="0">
                <a:solidFill>
                  <a:srgbClr val="3333CC"/>
                </a:solidFill>
                <a:latin typeface="Arial Rounded MT Bold" panose="020F0704030504030204" pitchFamily="34" charset="0"/>
              </a:rPr>
              <a:t>Comic Story Creator using Gemini </a:t>
            </a:r>
            <a:r>
              <a:rPr lang="en-US" sz="3600" dirty="0" smtClean="0">
                <a:solidFill>
                  <a:srgbClr val="3333CC"/>
                </a:solidFill>
                <a:latin typeface="Arial Rounded MT Bold" panose="020F0704030504030204" pitchFamily="34" charset="0"/>
              </a:rPr>
              <a:t>Models</a:t>
            </a:r>
          </a:p>
          <a:p>
            <a:pPr marL="0" indent="0" algn="ctr">
              <a:buNone/>
            </a:pPr>
            <a:r>
              <a:rPr lang="en-US" sz="3600" dirty="0" err="1" smtClean="0">
                <a:solidFill>
                  <a:srgbClr val="3333CC"/>
                </a:solidFill>
                <a:latin typeface="Arial Rounded MT Bold" panose="020F0704030504030204" pitchFamily="34" charset="0"/>
              </a:rPr>
              <a:t>Naan</a:t>
            </a:r>
            <a:r>
              <a:rPr lang="en-US" sz="3600" dirty="0" smtClean="0">
                <a:solidFill>
                  <a:srgbClr val="3333CC"/>
                </a:solidFill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solidFill>
                  <a:srgbClr val="3333CC"/>
                </a:solidFill>
                <a:latin typeface="Arial Rounded MT Bold" panose="020F0704030504030204" pitchFamily="34" charset="0"/>
              </a:rPr>
              <a:t>M</a:t>
            </a:r>
            <a:r>
              <a:rPr lang="en-US" sz="3600" dirty="0" err="1" smtClean="0">
                <a:solidFill>
                  <a:srgbClr val="3333CC"/>
                </a:solidFill>
                <a:latin typeface="Arial Rounded MT Bold" panose="020F0704030504030204" pitchFamily="34" charset="0"/>
              </a:rPr>
              <a:t>udhalvan</a:t>
            </a:r>
            <a:r>
              <a:rPr lang="en-US" sz="3600" dirty="0" smtClean="0">
                <a:solidFill>
                  <a:srgbClr val="3333CC"/>
                </a:solidFill>
                <a:latin typeface="Arial Rounded MT Bold" panose="020F0704030504030204" pitchFamily="34" charset="0"/>
              </a:rPr>
              <a:t> </a:t>
            </a:r>
            <a:r>
              <a:rPr lang="en-US" sz="3600" dirty="0">
                <a:solidFill>
                  <a:srgbClr val="3333CC"/>
                </a:solidFill>
                <a:latin typeface="Arial Rounded MT Bold" panose="020F0704030504030204" pitchFamily="34" charset="0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8344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499" y="367553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564" y="1546412"/>
            <a:ext cx="9614648" cy="4948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Creating a complete comic manually requires story writing, dialogue creation, artwork, and page layout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Non-artists may find it difficult to create visually engaging comic illustrations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Maintaining a consistent storyline across multiple comic panels can be time-consuming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Users need a simple way to convert a story idea or prompt into a structured comic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Generating narration, character dialogue, and scene descriptions separately increases effort.</a:t>
            </a:r>
          </a:p>
        </p:txBody>
      </p:sp>
    </p:spTree>
    <p:extLst>
      <p:ext uri="{BB962C8B-B14F-4D97-AF65-F5344CB8AC3E}">
        <p14:creationId xmlns:p14="http://schemas.microsoft.com/office/powerpoint/2010/main" val="50104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957" y="246530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lgerian" panose="04020705040A02060702" pitchFamily="82" charset="0"/>
              </a:rPr>
              <a:t>Propose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1087" y="1344707"/>
            <a:ext cx="8596668" cy="520605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Develop 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Comic Craft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as a web-based AI application for automatic comic creation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Accept a story prompt, character name, setting, story tone, and art style from the user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 Gemini Flash to generate a structured five-panel comic outline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 Gemini Pro to create detailed narration and character dialogues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 Stable Diffusion to generate comic-style illustrations for each panel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6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Combine the generated content into a preview and downloadable PDF comic.</a:t>
            </a:r>
          </a:p>
        </p:txBody>
      </p:sp>
    </p:spTree>
    <p:extLst>
      <p:ext uri="{BB962C8B-B14F-4D97-AF65-F5344CB8AC3E}">
        <p14:creationId xmlns:p14="http://schemas.microsoft.com/office/powerpoint/2010/main" val="211325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192742"/>
            <a:ext cx="7041790" cy="13208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lgerian" panose="04020705040A02060702" pitchFamily="82" charset="0"/>
              </a:rP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141" y="1290918"/>
            <a:ext cx="8857143" cy="513677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Python is used as the main programming language for the application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2.Fast API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is used for backend routing, form processing, and API handling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HTML, CSS, JavaScript, and Jinja2 are used to build the interactive frontend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Google Gemini Flash and Gemini Pro are used for comic outline and story generation</a:t>
            </a:r>
            <a:r>
              <a:rPr lang="en-US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Hugging Face Diffusers with Stable Diffusion is used for image generation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6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FPDF is used to compile the generated comic panels and narration into a PDF.</a:t>
            </a:r>
          </a:p>
        </p:txBody>
      </p:sp>
    </p:spTree>
    <p:extLst>
      <p:ext uri="{BB962C8B-B14F-4D97-AF65-F5344CB8AC3E}">
        <p14:creationId xmlns:p14="http://schemas.microsoft.com/office/powerpoint/2010/main" val="410391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4252" y="138953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1087" y="1231153"/>
            <a:ext cx="8596668" cy="51830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User-friendly form for entering story prompt and comic preferences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Automatic generation of a structured five-panel comic outline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AI-generated narration and character dialogue for each panel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AI-generated comic-style illustrations based on scene prompts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Panel-by-panel comic preview with title, image, description, captions, and narration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6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Download option that exports the complete comic as a PDF.</a:t>
            </a:r>
          </a:p>
        </p:txBody>
      </p:sp>
    </p:spTree>
    <p:extLst>
      <p:ext uri="{BB962C8B-B14F-4D97-AF65-F5344CB8AC3E}">
        <p14:creationId xmlns:p14="http://schemas.microsoft.com/office/powerpoint/2010/main" val="136020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376" y="161365"/>
            <a:ext cx="6194626" cy="108921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00FF"/>
                </a:solidFill>
                <a:latin typeface="Algerian" panose="04020705040A02060702" pitchFamily="82" charset="0"/>
              </a:rPr>
              <a:t>Future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50576"/>
            <a:ext cx="9071784" cy="52040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Add user profiles so users can save and manage their generated comics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Create a personal comic library for storing previous projects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Support multi-page story arcs instead of a single comic generation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Provide more art styles, character customization, and visual preferences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Plan cloud deployment so the application can be accessed online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6</a:t>
            </a:r>
            <a:r>
              <a:rPr lang="en-US" dirty="0"/>
              <a:t>.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Improve the application with additional AI features and a more advanced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78476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7564" y="349624"/>
            <a:ext cx="5226437" cy="96818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00FF"/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96035"/>
            <a:ext cx="9071784" cy="449131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1. </a:t>
            </a:r>
            <a:r>
              <a:rPr lang="en-US" sz="20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Gemini models help generate structured stories, narration, and character dialogues</a:t>
            </a:r>
            <a:r>
              <a:rPr lang="en-US" sz="20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2. </a:t>
            </a:r>
            <a:r>
              <a:rPr lang="en-US" sz="20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The system makes comic creation easier for non-artists, storytellers, and </a:t>
            </a:r>
            <a:r>
              <a:rPr lang="en-US" sz="20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hobbyists.</a:t>
            </a:r>
          </a:p>
          <a:p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sz="20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The modular design provides a foundation for future features such as profiles and comic libraries.</a:t>
            </a:r>
          </a:p>
        </p:txBody>
      </p:sp>
    </p:spTree>
    <p:extLst>
      <p:ext uri="{BB962C8B-B14F-4D97-AF65-F5344CB8AC3E}">
        <p14:creationId xmlns:p14="http://schemas.microsoft.com/office/powerpoint/2010/main" val="139986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</TotalTime>
  <Words>495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Arial Rounded MT Bold</vt:lpstr>
      <vt:lpstr>Trebuchet MS</vt:lpstr>
      <vt:lpstr>Wingdings</vt:lpstr>
      <vt:lpstr>Wingdings 3</vt:lpstr>
      <vt:lpstr>Facet</vt:lpstr>
      <vt:lpstr>PowerPoint Presentation</vt:lpstr>
      <vt:lpstr>Problem Statement</vt:lpstr>
      <vt:lpstr>Propose Solution</vt:lpstr>
      <vt:lpstr>Technology</vt:lpstr>
      <vt:lpstr>Features</vt:lpstr>
      <vt:lpstr>Future Changes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Design Phase</dc:title>
  <dc:creator>mscas</dc:creator>
  <cp:lastModifiedBy>mscas</cp:lastModifiedBy>
  <cp:revision>19</cp:revision>
  <dcterms:created xsi:type="dcterms:W3CDTF">2026-09-24T04:43:08Z</dcterms:created>
  <dcterms:modified xsi:type="dcterms:W3CDTF">2026-09-24T07:37:05Z</dcterms:modified>
</cp:coreProperties>
</file>