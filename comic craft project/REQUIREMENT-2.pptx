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180864-8682-4138-B805-ACD945155CC4}">
          <p14:sldIdLst/>
        </p14:section>
        <p14:section name="Untitled Section" id="{64AEB858-71E9-4908-99A3-141447CB4F4C}">
          <p14:sldIdLst>
            <p14:sldId id="257"/>
          </p14:sldIdLst>
        </p14:section>
        <p14:section name="Untitled Section" id="{FFA3BACF-43BB-4CF6-9CDB-AF15C19F3F79}">
          <p14:sldIdLst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>
        <p:scale>
          <a:sx n="78" d="100"/>
          <a:sy n="78" d="100"/>
        </p:scale>
        <p:origin x="4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31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5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2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9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19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5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45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72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17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43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0906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44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9942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19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09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87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79EC6-0F63-4609-9399-6138105A90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85DFC3-4509-4655-BD7F-73BE0798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06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7952" y="1018484"/>
            <a:ext cx="90586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Functional Requirements Accept user inputs including a story prompt, main character name, setting, story tone, art style, and desired number of comic panels.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Generate a structured, panel-by-panel comic outline based on the user's story prompt using Gemini Flash.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Generate detailed narration and character dialogue for each panel using Gemini Pro.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Generate a corresponding comic-style illustration for each panel using Stable Diffusion.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Organize the generated text and images into a structured comic layout.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Display a preview of the generated comic on the web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Allow the user to export and download the completed comic as a PDF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Provide both a browser-based form interface and a JSON API endpoint for comic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42182" y="0"/>
            <a:ext cx="43419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REQUIREMENT ANALYSIS</a:t>
            </a:r>
            <a:endParaRPr lang="en-US" sz="2000" dirty="0">
              <a:solidFill>
                <a:srgbClr val="000099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7952" y="523220"/>
            <a:ext cx="40874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Algerian" panose="04020705040A02060702" pitchFamily="8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000" u="sng" dirty="0" smtClean="0">
                <a:solidFill>
                  <a:srgbClr val="0000CC"/>
                </a:solidFill>
                <a:latin typeface="Algerian" panose="04020705040A02060702" pitchFamily="8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FUNCTIONAL REQUIREMENTS:</a:t>
            </a:r>
            <a:endParaRPr lang="en-US" sz="2000" u="sng" dirty="0">
              <a:solidFill>
                <a:srgbClr val="0000CC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58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0144" y="1964352"/>
            <a:ext cx="89001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Non-Functional Requirements: The system should generate comic outlines, story text, and images within a reasonable response time.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Usability: The web interface should be simple and intuitive, requiring no technical knowledge from the end user.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Reliability: The system should handle API failures or invalid inputs without disrupting the user experience.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Consistency: Generated comics should maintain a coherent tone, character, and visual style across all panels.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Scalability: The modular structure (separate files for outline, story, image generation, layout, and export) should allow future features to be added without major rework.</a:t>
            </a:r>
          </a:p>
          <a:p>
            <a:endParaRPr lang="en-US" dirty="0" smtClean="0"/>
          </a:p>
        </p:txBody>
      </p:sp>
      <p:sp>
        <p:nvSpPr>
          <p:cNvPr id="3" name="Rectangle 2"/>
          <p:cNvSpPr/>
          <p:nvPr/>
        </p:nvSpPr>
        <p:spPr>
          <a:xfrm>
            <a:off x="390144" y="1223831"/>
            <a:ext cx="56448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u="sng" dirty="0" smtClean="0">
                <a:solidFill>
                  <a:srgbClr val="0000CC"/>
                </a:solidFill>
                <a:latin typeface="Algerian" panose="04020705040A02060702" pitchFamily="82" charset="0"/>
              </a:rPr>
              <a:t>NON-FUNCTIONAL REQUIREMENTS:</a:t>
            </a:r>
            <a:endParaRPr lang="en-US" u="sng" dirty="0">
              <a:solidFill>
                <a:srgbClr val="0000CC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06311"/>
            <a:ext cx="92903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 smtClean="0"/>
              <a:t>Handle errors gracefully (e.g., failed AI responses) without crashing the application.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09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258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 Unicode MS</vt:lpstr>
      <vt:lpstr>Algerian</vt:lpstr>
      <vt:lpstr>Arial</vt:lpstr>
      <vt:lpstr>Trebuchet MS</vt:lpstr>
      <vt:lpstr>Wingdings</vt:lpstr>
      <vt:lpstr>Wingdings 3</vt:lpstr>
      <vt:lpstr>Facet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MSCAS</dc:creator>
  <cp:lastModifiedBy>MSCAS</cp:lastModifiedBy>
  <cp:revision>9</cp:revision>
  <dcterms:created xsi:type="dcterms:W3CDTF">2026-09-23T07:19:00Z</dcterms:created>
  <dcterms:modified xsi:type="dcterms:W3CDTF">2026-09-23T08:20:55Z</dcterms:modified>
</cp:coreProperties>
</file>